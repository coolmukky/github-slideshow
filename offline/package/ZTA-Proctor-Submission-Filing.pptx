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submission: evaluate, record, and file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 steps once a team hands in its work, grade it, record the team, and archive it to SharePoint.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350008"/>
            <a:ext cx="0" cy="3145536"/>
          </a:xfrm>
          <a:prstGeom prst="line">
            <a:avLst/>
          </a:prstGeom>
          <a:noFill/>
          <a:ln w="25400">
            <a:solidFill>
              <a:srgbClr val="2A3E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62456" y="2020824"/>
            <a:ext cx="5532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submission  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team's completed Workbook and their diagram (a whiteboard photo or Circuit output).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907792"/>
            <a:ext cx="457200" cy="457200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62456" y="2807208"/>
            <a:ext cx="5532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score  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use case against the rubric: Mapping 40 / Products 30 / Diagram 30.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694176"/>
            <a:ext cx="457200" cy="457200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62456" y="3593592"/>
            <a:ext cx="5532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award the level  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cumulative totals, award the group level (Associate / Professional / Expert), and write feedback.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4480560"/>
            <a:ext cx="457200" cy="457200"/>
          </a:xfrm>
          <a:prstGeom prst="ellipse">
            <a:avLst/>
          </a:prstGeom>
          <a:solidFill>
            <a:srgbClr val="54BDA4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62456" y="4379976"/>
            <a:ext cx="5532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team  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Workbook's final page, write the table number, team name and all team members.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5266944"/>
            <a:ext cx="457200" cy="457200"/>
          </a:xfrm>
          <a:prstGeom prst="ellipse">
            <a:avLst/>
          </a:prstGeom>
          <a:solidFill>
            <a:srgbClr val="F0932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62456" y="5166360"/>
            <a:ext cx="5532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 SharePoint  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diagram and the scored Workbook (one PDF) to the shared SharePoint folder for the record.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269480" y="1847088"/>
            <a:ext cx="4416552" cy="1700784"/>
          </a:xfrm>
          <a:prstGeom prst="roundRect">
            <a:avLst>
              <a:gd name="adj" fmla="val 4839"/>
            </a:avLst>
          </a:prstGeom>
          <a:solidFill>
            <a:srgbClr val="12233A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20116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UPLOAD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62088" y="2404872"/>
            <a:ext cx="137160" cy="137160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267712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Team's diagram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output, or a photo of the whiteboard.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62088" y="2916936"/>
            <a:ext cx="137160" cy="137160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277977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Workbook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score, level, team name and members.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62088" y="32004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a single PDF.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69480" y="3712464"/>
            <a:ext cx="4416552" cy="2395728"/>
          </a:xfrm>
          <a:prstGeom prst="roundRect">
            <a:avLst>
              <a:gd name="adj" fmla="val 3435"/>
            </a:avLst>
          </a:prstGeom>
          <a:solidFill>
            <a:srgbClr val="22344E"/>
          </a:solidFill>
          <a:ln w="15875">
            <a:solidFill>
              <a:srgbClr val="F0932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3877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3800" y="4187952"/>
            <a:ext cx="3867912" cy="475488"/>
          </a:xfrm>
          <a:prstGeom prst="roundRect">
            <a:avLst>
              <a:gd name="adj" fmla="val 13462"/>
            </a:avLst>
          </a:prstGeom>
          <a:solidFill>
            <a:srgbClr val="0C1B2E"/>
          </a:solidFill>
          <a:ln w="12700">
            <a:solidFill>
              <a:srgbClr val="3A53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4187952"/>
            <a:ext cx="3867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table-no-teamname-mm-dd-yy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43800" y="471830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algn="l" indent="0" marL="0">
              <a:buNone/>
            </a:pPr>
            <a:r>
              <a:rPr lang="en-US" sz="1250" b="1" dirty="0">
                <a:solidFill>
                  <a:srgbClr val="54B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04-northstar-08-14-25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62088" y="5102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9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table-no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table number, e.g. 04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62088" y="540410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9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teamname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team name, lowercase, no spaces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62088" y="57058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9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mm-dd-yy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today's date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Design Clinic  ·  Proctor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2026-08-14T20:39:20Z</dcterms:created>
  <dcterms:modified xsi:type="dcterms:W3CDTF">2026-08-14T20:39:20Z</dcterms:modified>
</cp:coreProperties>
</file>