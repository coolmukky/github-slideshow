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team works through the clinic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21208" y="106070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steps, and loop through every use case before you submit.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23544" y="2084832"/>
            <a:ext cx="0" cy="4032504"/>
          </a:xfrm>
          <a:prstGeom prst="line">
            <a:avLst/>
          </a:prstGeom>
          <a:noFill/>
          <a:ln w="25400">
            <a:solidFill>
              <a:srgbClr val="2A3E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47088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9032" y="1755648"/>
            <a:ext cx="97840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challenge 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Design Clinic Workbook to learn each use case's customer pain points and desired outcomes.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85800" y="2519172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91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99032" y="2427732"/>
            <a:ext cx="97840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your Cisco solution 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group, discuss and document in the Workbook the Cisco solution that addresses those needs.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85800" y="3191256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99032" y="3099816"/>
            <a:ext cx="97840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 on the flip chart 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flip chart as a whiteboard: sketch the high-level logical diagram of your recommended solution.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85800" y="3863340"/>
            <a:ext cx="475488" cy="475488"/>
          </a:xfrm>
          <a:prstGeom prst="ellipse">
            <a:avLst/>
          </a:prstGeom>
          <a:solidFill>
            <a:srgbClr val="00BCE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8633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99032" y="3771900"/>
            <a:ext cx="82296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every use case 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all your use cases, recording each solution on the same growing diagram.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951415" y="3927348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2233A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51415" y="39273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1-4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535424"/>
            <a:ext cx="475488" cy="475488"/>
          </a:xfrm>
          <a:prstGeom prst="ellipse">
            <a:avLst/>
          </a:prstGeom>
          <a:solidFill>
            <a:srgbClr val="54BDA4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535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99032" y="4443984"/>
            <a:ext cx="82296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your SME 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your SME through the design so far and take their guidance.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951415" y="459943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2233A"/>
          </a:solidFill>
          <a:ln w="12700">
            <a:solidFill>
              <a:srgbClr val="54B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51415" y="45994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B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checkpoint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207508"/>
            <a:ext cx="475488" cy="475488"/>
          </a:xfrm>
          <a:prstGeom prst="ellipse">
            <a:avLst/>
          </a:prstGeom>
          <a:solidFill>
            <a:srgbClr val="F0932B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2075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99032" y="5116068"/>
            <a:ext cx="82296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with Cisco Circuit 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whiteboard diagram with Circuit; when you're happy with it, attach the output into the Workbook.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9951415" y="5271516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2233A"/>
          </a:solidFill>
          <a:ln w="12700">
            <a:solidFill>
              <a:srgbClr val="F093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51415" y="52715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Circuit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879592"/>
            <a:ext cx="475488" cy="475488"/>
          </a:xfrm>
          <a:prstGeom prst="ellipse">
            <a:avLst/>
          </a:prstGeom>
          <a:solidFill>
            <a:srgbClr val="54BDA4"/>
          </a:solidFill>
          <a:ln w="38100">
            <a:solidFill>
              <a:srgbClr val="0B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879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99032" y="5788152"/>
            <a:ext cx="822960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evaluation   </a:t>
            </a:r>
            <a:pPr algn="l" indent="0" marL="0">
              <a:buNone/>
            </a:pPr>
            <a:r>
              <a:rPr lang="en-US" sz="125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final review with your SME, then submit your Workbook for evaluation.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9951415" y="594360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2233A"/>
          </a:solidFill>
          <a:ln w="12700">
            <a:solidFill>
              <a:srgbClr val="54B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51415" y="59436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B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checkpoint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373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DB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ZTA Design Clinic  ·  Participant guide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2026-08-14T13:56:26Z</dcterms:created>
  <dcterms:modified xsi:type="dcterms:W3CDTF">2026-08-14T13:56:26Z</dcterms:modified>
</cp:coreProperties>
</file>