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image" Target="../media/image-3-5.jpg"/><Relationship Id="rId6" Type="http://schemas.openxmlformats.org/officeDocument/2006/relationships/image" Target="../media/image-3-6.jpg"/><Relationship Id="rId7" Type="http://schemas.openxmlformats.org/officeDocument/2006/relationships/image" Target="../media/image-3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6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7182D">
              <a:alpha val="90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00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5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 VISUAL STORYBOARD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77240" y="3566160"/>
            <a:ext cx="106070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Kingdom of</a:t>
            </a:r>
            <a:endParaRPr lang="en-US" sz="52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Ultra Secure Collaboration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822960" y="544068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a medieval kingdom explains Cisco's Zero-Trust meetings, calls and identity — story slides 15–19, one panel per beat.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614476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Cisco Tech Elevate Sessions at GSX  ·  July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One story, told twice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panel that follows carries the fable on the left and the technology on the right. The allegory is exact — each character and prop maps to a real Cisco Ultra Secure capability.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cas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395728"/>
            <a:ext cx="13716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468880" y="2542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246888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kingdom, its Lords, and a guarded castle. Identities are proven, secrets are sealed in a magic book, and unwelcome crows are shut out.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364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medallio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248" y="2395728"/>
            <a:ext cx="1371600" cy="1371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092440" y="2542032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809244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identity, end-to-end encryption with rotating keys, on-prem AI services, and secure external access — all under customer control.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each panel left → right:  the fable sets the scene, the decoder line names the real control.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premise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Taxonomy from the story bible — who's who, and what each one really is.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k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" y="1719072"/>
            <a:ext cx="1572768" cy="15727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9494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/ Enterprise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9300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lord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4216" y="1719072"/>
            <a:ext cx="1572768" cy="15727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58444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Lords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62102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Management team — the participants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41908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3" name="Image 2" descr="/home/user/github-slideshow/page/assets/cast_castl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0296" y="1719072"/>
            <a:ext cx="1572768" cy="157276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51052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Castle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654710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Collaboration SaaS provider (Cisco)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934516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7" name="Image 3" descr="/home/user/github-slideshow/page/assets/cast_chamber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66376" y="1719072"/>
            <a:ext cx="1572768" cy="157276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43660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Meeting Chamber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947318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itself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6692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1" name="Image 4" descr="/home/user/github-slideshow/page/assets/cast_maester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" y="4425696"/>
            <a:ext cx="1572768" cy="157276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5836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Maesters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69494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Mesh Node &amp; on-prem AI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349300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5" name="Image 5" descr="/home/user/github-slideshow/page/assets/cast_medallion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14216" y="4425696"/>
            <a:ext cx="1572768" cy="157276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358444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Medallion</a:t>
            </a:r>
            <a:endParaRPr lang="en-US" sz="1500" dirty="0"/>
          </a:p>
        </p:txBody>
      </p:sp>
      <p:sp>
        <p:nvSpPr>
          <p:cNvPr id="27" name="Text 19"/>
          <p:cNvSpPr/>
          <p:nvPr/>
        </p:nvSpPr>
        <p:spPr>
          <a:xfrm>
            <a:off x="362102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+ voiceprint</a:t>
            </a:r>
            <a:endParaRPr lang="en-US" sz="1100" dirty="0"/>
          </a:p>
        </p:txBody>
      </p:sp>
      <p:sp>
        <p:nvSpPr>
          <p:cNvPr id="28" name="Shape 20"/>
          <p:cNvSpPr/>
          <p:nvPr/>
        </p:nvSpPr>
        <p:spPr>
          <a:xfrm>
            <a:off x="641908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9" name="Image 6" descr="/home/user/github-slideshow/page/assets/cast_patent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0296" y="4425696"/>
            <a:ext cx="1572768" cy="1572768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651052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Letters Patent</a:t>
            </a:r>
            <a:endParaRPr lang="en-US" sz="1500" dirty="0"/>
          </a:p>
        </p:txBody>
      </p:sp>
      <p:sp>
        <p:nvSpPr>
          <p:cNvPr id="31" name="Text 22"/>
          <p:cNvSpPr/>
          <p:nvPr/>
        </p:nvSpPr>
        <p:spPr>
          <a:xfrm>
            <a:off x="654710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Individual, per-user identity</a:t>
            </a:r>
            <a:endParaRPr lang="en-US" sz="1100" dirty="0"/>
          </a:p>
        </p:txBody>
      </p:sp>
      <p:sp>
        <p:nvSpPr>
          <p:cNvPr id="32" name="Text 23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Cast of characters · from story slide 13</a:t>
            </a:r>
            <a:endParaRPr lang="en-US" sz="900" dirty="0"/>
          </a:p>
        </p:txBody>
      </p:sp>
      <p:sp>
        <p:nvSpPr>
          <p:cNvPr id="33" name="Text 24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Independently Verified Identity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independently verified individuals get in — and deepfakes don't.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 for every meeting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Chapter 1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Lord is issued with two forms of identity.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is provisioned two independent identity factors — no single token grants trust.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1  ·  panel 1.1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Medallion that marks them a Lord, used together with their voice.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(the medallion) is bound to a live voiceprint — mitigating impersonation and deepfakes.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2  ·  panel 1.2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“letters patent” — signed and sealed by the King.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unique, per-user credential (individual identity) is cryptographically issued by the enterprise.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3  ·  panel 1.3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enter the chamber, participant Lords show their medallions to the guards, verify with their voice, and must be on the invite list.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Admission requires identity + voice verification + presence on the invite list — a true zero-trust join.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4  ·  panel 1.4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Inside, the Lords show their letters patent to one another to prove who they say they are.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Participants mutually verify individual identities in-meeting — only verified individuals take part.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5  ·  panel 1.5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Zero-Trust End-to-End Encryption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shared secret only the participants hold — the provider can't listen in.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Encryption for all calls &amp;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Chapter 2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the Lords share their letters patent.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contributes their individual identity to establish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1  ·  panel 2.1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Combined, the letters patent create a “magic” book holding the code the Lords use to speak inside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Their combination derives the shared meeting key used for end-to-end encryption.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2  ·  panel 2.2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time a Lord enters or leaves, a new book is created and replaces the old — everyone uses the new one from then on.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key is re-derived on every join and leave — giving forward and backward secrecy.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3  ·  panel 2.3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crow eavesdropping at the window has no book, so it cannot understand a word.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eavesdropper without the key sees only ciphertext — even the SaaS provider cannot decrypt.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4  ·  panel 2.4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Services into the Meeting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Trusted scribes and advisors join under the same rules — records stay with the customer.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Fully-featured Zero-Trust Meetings — recording &amp; AI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Chapter 3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employs Maesters — learned scholars, doctors and advisors — to serve as scribes in sensitive meetings.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 services — Video Mesh Node and on-prem AI — act as trusted scribes and advisors.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1  ·  panel 3.1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the Maesters their own special letters patent, used just like a Lord’s.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Those services are issued their own verifiable identity and admitted like any other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2  ·  panel 3.2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chairperson may ask a Maester to enter the room.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organizer explicitly invites the service into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3  ·  panel 3.3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Maester shows their letters patent, a new book is generated, and they can then follow, document and advise.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join the key rotates to include it; it can transcribe, record and advise inside the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4  ·  panel 3.4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done, all records go to the King’s secure vault — which the castle operator cannot open.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 are stored under customer control; the SaaS provider holds no keys and has no access.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5  ·  panel 3.5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Including Others (PSTN &amp; Beyond)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lets the chamber speak to the outside world.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Bridging legacy &amp; external audio into Zero-Trust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Q4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Chapter 4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the Lords must speak to servants — to call for food and wine.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 conversations must reach the outside world, e.g. PSTN or legacy endpoints.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1  ·  panel 4.1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Via the Maester, the Chairman adds a special Babel Fish to translate between the coded conversation and the outside world.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bridges the encrypted meeting and external audio, in both directions.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2  ·  panel 4.2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External Participants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Guests join securely from anywhere with a temporary, time-bound identity.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participants via standard browser — C2B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Chapter 5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Lords bring in people on other systems to discuss alliances — the Kingdom of the Isles.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parties on different platforms can be brought in for cross-org and C2B collaboration.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1  ·  panel 5.1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These talks are sensitive and must stay protected — yet cannot be confined to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exchange stays protected even as it extends beyond the core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2  ·  panel 5.2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a temporary letters patent, sent by Carrier Crow.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temporary, time-bound identity is issued and delivered to the external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3  ·  panel 5.3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envoy uses a Magic Mirror — standard across all kingdoms — to join remotely, presents the temporary patent, and a new book is shared.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join via a standard browser; presenting the temp identity rotates the key to include them.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4  ·  panel 5.4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8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5486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Five chapters, one guarantee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60120" y="1481328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1 · Verified Identity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4297680" y="1481328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Independently verified individuals — no deepfakes.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31520" y="2395728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2414016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2 · E2E Encryption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4297680" y="2414016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Rotating keys the provider can never hold.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31520" y="3328416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3346704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3 · Services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297680" y="3346704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recording join under the same trust — records stay yours.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731520" y="4261104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4279392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4 · Including Others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4297680" y="4279392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Controlled bridges to PSTN and the outside world.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731520" y="5193792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60120" y="52120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5 · External Guests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4297680" y="52120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Secure browser access with temporary identities.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31520" y="623620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 customers where they are — securely.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Kingdom of Ultra Secure Collaboration — Storyboard</dc:title>
  <dc:subject>PptxGenJS Presentation</dc:subject>
  <dc:creator>Cisco Tech Elevate</dc:creator>
  <cp:lastModifiedBy>Cisco Tech Elevate</cp:lastModifiedBy>
  <cp:revision>1</cp:revision>
  <dcterms:created xsi:type="dcterms:W3CDTF">2026-08-06T04:08:45Z</dcterms:created>
  <dcterms:modified xsi:type="dcterms:W3CDTF">2026-08-06T04:08:45Z</dcterms:modified>
</cp:coreProperties>
</file>